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58"/>
  </p:normalViewPr>
  <p:slideViewPr>
    <p:cSldViewPr snapToGrid="0">
      <p:cViewPr varScale="1">
        <p:scale>
          <a:sx n="91" d="100"/>
          <a:sy n="91" d="100"/>
        </p:scale>
        <p:origin x="192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6B675-3D69-6D3A-2CA3-DA60DB04AC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88FDA2-CD38-5361-123B-19BAF756E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61ED0-5434-EC87-BEA0-3AF519D4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0C19-38D8-3049-829A-95D15135E9F7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16134-7850-2321-81C0-6FAFA20FA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47CD7-A6C8-B8AE-E3BA-D8A039A0C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BF62-3EC4-F940-A66F-9003C4237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42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8D281-3651-AEAB-486E-24FBE422F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92BDE-9C76-43CF-BB96-EBFDA0C90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CFCA3-BC58-DD07-EDC6-A982F6726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0C19-38D8-3049-829A-95D15135E9F7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76114-64F0-E632-FE5E-4669C3E1A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D1F97-1C00-0013-CE08-6405B434A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BF62-3EC4-F940-A66F-9003C4237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23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04D22-AD05-1FAD-9BFD-8F5518B70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82E85-0061-1B70-D2EB-198F550EC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DC0E2-A412-E31F-8417-C5EC059BD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0C19-38D8-3049-829A-95D15135E9F7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DB8FE-DC99-5A49-BA5D-0AD5E894C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93272-C5F9-01C8-D79D-0B1C75A26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BF62-3EC4-F940-A66F-9003C4237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072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1F4CE-12D8-C23F-E547-76B7E2E60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060A0-2058-BDC4-AAC9-AFB52859A8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FFC985-BDA8-A850-9B3C-9D31A368B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55924B-A040-542C-282C-CBA7E4C88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0C19-38D8-3049-829A-95D15135E9F7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D495F-51D8-C02B-6DB7-7307CB111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41785-A7F0-721C-55F4-98EBD57B3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BF62-3EC4-F940-A66F-9003C4237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99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762F8-009D-C41D-17D5-BCFE32E19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59A5D-BCBF-F7A0-85B7-0E6B74573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7F170D-739B-45A1-5A4B-D2444C742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F6B4-0ED9-13F5-B8E3-E7DBE9D736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787AC8-E32F-D9F0-75F0-B128490F04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94D251-A8D0-34F4-9FB9-C6505E8C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0C19-38D8-3049-829A-95D15135E9F7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E6380E-933A-1EB8-8BCA-0EDC1033C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7AC14A-1FE6-94C1-814D-55CD782D5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BF62-3EC4-F940-A66F-9003C4237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73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2979B-5257-8BC9-A852-3C370501D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B42802-0F0F-0CA9-3585-D09B3AAF8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0C19-38D8-3049-829A-95D15135E9F7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A409D5-DDFC-D08E-01E6-C43F42DBE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4CCCB-C014-979E-19ED-3B9F53DDB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BF62-3EC4-F940-A66F-9003C4237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007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43A4FD-57A0-41C7-861F-1E605DB6A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0C19-38D8-3049-829A-95D15135E9F7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2AEBBF-99DC-9CD8-9E85-B91653F30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17EBC-60B8-8C49-F44D-ECB1DB1A9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BF62-3EC4-F940-A66F-9003C4237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165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3BAC4-5162-FD9F-418F-C4E68421B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25EB2-380C-AE71-2E3A-1D5D53705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B14493-6E0C-4384-3894-2F23374CF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F430C5-F6F1-9317-F605-9324B31B1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0C19-38D8-3049-829A-95D15135E9F7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F4047-E081-38E9-55A5-548F41A4C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7531F-F5BD-06ED-BFFE-FE1A800C8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BF62-3EC4-F940-A66F-9003C4237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715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29F67-1202-F4A2-3D0F-EA209B193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E35ECC-DE66-81D4-34C0-5BD7C31CE0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C4E73F-6A31-D469-9E12-623512B27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DE71B-C92F-A2FC-5F34-74AD23EA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0C19-38D8-3049-829A-95D15135E9F7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1E3D52-C6F0-BCA1-57E4-43F16DA29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AEAF1-1CBD-7ACD-2897-22269B168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BF62-3EC4-F940-A66F-9003C4237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04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D7B2B-2CA2-D356-1F5A-43AEBD899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23A718-C6C9-79C2-347B-73A6730237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D0A4E-2229-8479-A8D9-67AAEF98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0C19-38D8-3049-829A-95D15135E9F7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FA870-4FD6-B34E-FD2A-FA9F94DF1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20874-E978-160B-76B5-9B2B50C83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BF62-3EC4-F940-A66F-9003C4237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84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C47E47-3BE7-C18E-D983-96AEEEA09E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3DA5B-DE03-2536-E3B7-BB8B8E68B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4523A-D7EF-CFEF-2314-78D84940D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0C19-38D8-3049-829A-95D15135E9F7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B37DC-6EB9-6D25-C0CD-CACABE34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20C67-3DCF-A6B5-9EBA-498E0E1E9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BF62-3EC4-F940-A66F-9003C4237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372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567B5B-C08A-46E5-72A4-946DCB3D3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46B0F-FF11-3C82-5D24-AE50FF26F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935BA-779C-BAD2-AE61-A42569B2CB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9C0C19-38D8-3049-829A-95D15135E9F7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4141F-7079-9032-454A-B5D9CED078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7F27A-EA87-F783-4238-DCF69B9005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B7BF62-3EC4-F940-A66F-9003C4237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018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3">
            <a:extLst>
              <a:ext uri="{FF2B5EF4-FFF2-40B4-BE49-F238E27FC236}">
                <a16:creationId xmlns:a16="http://schemas.microsoft.com/office/drawing/2014/main" id="{AF7F28F5-ED98-1C85-321B-CACF3B7BFA6D}"/>
              </a:ext>
            </a:extLst>
          </p:cNvPr>
          <p:cNvSpPr/>
          <p:nvPr/>
        </p:nvSpPr>
        <p:spPr>
          <a:xfrm>
            <a:off x="1967023" y="337433"/>
            <a:ext cx="8272130" cy="6265386"/>
          </a:xfrm>
          <a:prstGeom prst="frame">
            <a:avLst>
              <a:gd name="adj1" fmla="val 74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0BB682-355B-D4C7-8598-81E9F8412216}"/>
              </a:ext>
            </a:extLst>
          </p:cNvPr>
          <p:cNvSpPr txBox="1"/>
          <p:nvPr/>
        </p:nvSpPr>
        <p:spPr>
          <a:xfrm>
            <a:off x="5177253" y="414670"/>
            <a:ext cx="1837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preprocessing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17153F-B606-77C9-3E5B-A5AEC580FF0E}"/>
              </a:ext>
            </a:extLst>
          </p:cNvPr>
          <p:cNvSpPr txBox="1"/>
          <p:nvPr/>
        </p:nvSpPr>
        <p:spPr>
          <a:xfrm>
            <a:off x="4620816" y="883240"/>
            <a:ext cx="341382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Failure onset / offset (if possible</a:t>
            </a:r>
            <a:r>
              <a:rPr lang="en-US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1B71C4-70EB-3CAB-54ED-E2D35EC4F421}"/>
              </a:ext>
            </a:extLst>
          </p:cNvPr>
          <p:cNvSpPr txBox="1"/>
          <p:nvPr/>
        </p:nvSpPr>
        <p:spPr>
          <a:xfrm>
            <a:off x="3908900" y="1351810"/>
            <a:ext cx="499290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Distribution of amount failure, to subset the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DDB5D4-79E1-780F-B637-DEE5B15A3C4D}"/>
              </a:ext>
            </a:extLst>
          </p:cNvPr>
          <p:cNvSpPr txBox="1"/>
          <p:nvPr/>
        </p:nvSpPr>
        <p:spPr>
          <a:xfrm>
            <a:off x="2215158" y="2425792"/>
            <a:ext cx="3649116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Audio:</a:t>
            </a:r>
          </a:p>
          <a:p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Figure out where f0 is??</a:t>
            </a:r>
          </a:p>
          <a:p>
            <a:pPr marL="342900" indent="-342900">
              <a:buAutoNum type="arabicPeriod"/>
            </a:pPr>
            <a:r>
              <a:rPr lang="en-US" b="1" dirty="0"/>
              <a:t>Merge as </a:t>
            </a:r>
            <a:r>
              <a:rPr lang="en-US" b="1" dirty="0" err="1"/>
              <a:t>df</a:t>
            </a:r>
            <a:r>
              <a:rPr lang="en-US" b="1" dirty="0"/>
              <a:t>: f0, </a:t>
            </a:r>
            <a:r>
              <a:rPr lang="en-US" b="1" dirty="0" err="1"/>
              <a:t>CoG</a:t>
            </a:r>
            <a:r>
              <a:rPr lang="en-US" b="1" dirty="0"/>
              <a:t>, envelope</a:t>
            </a:r>
          </a:p>
          <a:p>
            <a:pPr marL="342900" indent="-342900">
              <a:buAutoNum type="arabicPeriod"/>
            </a:pPr>
            <a:r>
              <a:rPr lang="en-US" b="1" dirty="0"/>
              <a:t>Timestamp failure moments: Filter the data accordingly</a:t>
            </a:r>
          </a:p>
          <a:p>
            <a:pPr marL="342900" indent="-342900">
              <a:buAutoNum type="arabicPeriod"/>
            </a:pP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903666-3357-77D3-DCF6-B0D5BC43D423}"/>
              </a:ext>
            </a:extLst>
          </p:cNvPr>
          <p:cNvSpPr txBox="1"/>
          <p:nvPr/>
        </p:nvSpPr>
        <p:spPr>
          <a:xfrm>
            <a:off x="6327726" y="2425792"/>
            <a:ext cx="3649116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Movement:</a:t>
            </a:r>
          </a:p>
          <a:p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/>
              <a:t>??</a:t>
            </a:r>
          </a:p>
          <a:p>
            <a:pPr marL="342900" indent="-342900">
              <a:buAutoNum type="arabicPeriod"/>
            </a:pPr>
            <a:r>
              <a:rPr lang="en-US" b="1" dirty="0"/>
              <a:t>Merge as </a:t>
            </a:r>
            <a:r>
              <a:rPr lang="en-US" b="1" dirty="0" err="1"/>
              <a:t>df</a:t>
            </a:r>
            <a:r>
              <a:rPr lang="en-US" b="1" dirty="0"/>
              <a:t>: multiple measures for movement (e.g. size / distance / etc.)</a:t>
            </a:r>
          </a:p>
          <a:p>
            <a:pPr marL="342900" indent="-342900">
              <a:buAutoNum type="arabicPeriod"/>
            </a:pPr>
            <a:r>
              <a:rPr lang="en-US" b="1" dirty="0"/>
              <a:t>Timestamp failure moments: </a:t>
            </a:r>
          </a:p>
          <a:p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6374F7-C874-B026-2BF3-137BC64E48F3}"/>
              </a:ext>
            </a:extLst>
          </p:cNvPr>
          <p:cNvSpPr txBox="1"/>
          <p:nvPr/>
        </p:nvSpPr>
        <p:spPr>
          <a:xfrm>
            <a:off x="3908899" y="1862768"/>
            <a:ext cx="576670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Sampling rate of movement and audio + resample to one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241555-0B14-79F0-2254-D1DE41C92714}"/>
              </a:ext>
            </a:extLst>
          </p:cNvPr>
          <p:cNvSpPr txBox="1"/>
          <p:nvPr/>
        </p:nvSpPr>
        <p:spPr>
          <a:xfrm>
            <a:off x="4385520" y="5051430"/>
            <a:ext cx="3649116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Plot: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Timeseries with timestamps </a:t>
            </a:r>
          </a:p>
          <a:p>
            <a:pPr marL="285750" indent="-285750">
              <a:buFontTx/>
              <a:buChar char="-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88330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4678F-473B-8EA0-6F43-1AEFA853A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3">
            <a:extLst>
              <a:ext uri="{FF2B5EF4-FFF2-40B4-BE49-F238E27FC236}">
                <a16:creationId xmlns:a16="http://schemas.microsoft.com/office/drawing/2014/main" id="{269C55C3-1541-3C43-A0B0-FDDDC645AB4D}"/>
              </a:ext>
            </a:extLst>
          </p:cNvPr>
          <p:cNvSpPr/>
          <p:nvPr/>
        </p:nvSpPr>
        <p:spPr>
          <a:xfrm>
            <a:off x="1967023" y="337432"/>
            <a:ext cx="8272130" cy="6330653"/>
          </a:xfrm>
          <a:prstGeom prst="frame">
            <a:avLst>
              <a:gd name="adj1" fmla="val 74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0D681-2843-622D-27CE-E76B40475242}"/>
              </a:ext>
            </a:extLst>
          </p:cNvPr>
          <p:cNvSpPr txBox="1"/>
          <p:nvPr/>
        </p:nvSpPr>
        <p:spPr>
          <a:xfrm>
            <a:off x="5177253" y="414670"/>
            <a:ext cx="1302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analyses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ED6ABC-180A-6359-E6DE-B3922B456474}"/>
              </a:ext>
            </a:extLst>
          </p:cNvPr>
          <p:cNvSpPr txBox="1"/>
          <p:nvPr/>
        </p:nvSpPr>
        <p:spPr>
          <a:xfrm>
            <a:off x="2215159" y="969132"/>
            <a:ext cx="3649116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Audio:</a:t>
            </a:r>
          </a:p>
          <a:p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Quantify variability (e.g. slopes)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33D1F9-23FD-15A2-0A1F-EE07172A2969}"/>
              </a:ext>
            </a:extLst>
          </p:cNvPr>
          <p:cNvSpPr txBox="1"/>
          <p:nvPr/>
        </p:nvSpPr>
        <p:spPr>
          <a:xfrm>
            <a:off x="6327725" y="969132"/>
            <a:ext cx="3649116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Movement:</a:t>
            </a:r>
          </a:p>
          <a:p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Quantify variability (e.g. slopes)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3D5612-EC26-10B5-F2EC-F322F6DC7B3D}"/>
              </a:ext>
            </a:extLst>
          </p:cNvPr>
          <p:cNvSpPr txBox="1"/>
          <p:nvPr/>
        </p:nvSpPr>
        <p:spPr>
          <a:xfrm>
            <a:off x="2551382" y="2894520"/>
            <a:ext cx="687969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Make 1 DF of both movement and audio measures variabilities of all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CAE94D-A345-8DCA-C097-FB2119FE8975}"/>
              </a:ext>
            </a:extLst>
          </p:cNvPr>
          <p:cNvSpPr txBox="1"/>
          <p:nvPr/>
        </p:nvSpPr>
        <p:spPr>
          <a:xfrm>
            <a:off x="2551384" y="4352795"/>
            <a:ext cx="687969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Fit into (MD?)RQA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F766A9-2AC1-86EA-0028-7AC012CA903F}"/>
              </a:ext>
            </a:extLst>
          </p:cNvPr>
          <p:cNvSpPr txBox="1"/>
          <p:nvPr/>
        </p:nvSpPr>
        <p:spPr>
          <a:xfrm>
            <a:off x="2551382" y="3758078"/>
            <a:ext cx="687969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Playing with MDRQA parameters and figure out which to use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D878E8-402A-ADD0-62FE-6357C31131B9}"/>
              </a:ext>
            </a:extLst>
          </p:cNvPr>
          <p:cNvSpPr txBox="1"/>
          <p:nvPr/>
        </p:nvSpPr>
        <p:spPr>
          <a:xfrm>
            <a:off x="2551383" y="2307961"/>
            <a:ext cx="687969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Visualize variabilities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8E93AF-84A7-F105-F384-AAC2D4A4FD79}"/>
              </a:ext>
            </a:extLst>
          </p:cNvPr>
          <p:cNvSpPr txBox="1"/>
          <p:nvPr/>
        </p:nvSpPr>
        <p:spPr>
          <a:xfrm>
            <a:off x="2551381" y="4939354"/>
            <a:ext cx="687969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We get stats out of RQA such as entropy, determinism, max length, recurrence, etc.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191A92-A33B-E961-C683-7DF78F2CF209}"/>
              </a:ext>
            </a:extLst>
          </p:cNvPr>
          <p:cNvSpPr txBox="1"/>
          <p:nvPr/>
        </p:nvSpPr>
        <p:spPr>
          <a:xfrm>
            <a:off x="2551380" y="5767839"/>
            <a:ext cx="687969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We get stats out of RQA such as entropy, determinism, max length, recurrence, etc. </a:t>
            </a:r>
          </a:p>
        </p:txBody>
      </p:sp>
    </p:spTree>
    <p:extLst>
      <p:ext uri="{BB962C8B-B14F-4D97-AF65-F5344CB8AC3E}">
        <p14:creationId xmlns:p14="http://schemas.microsoft.com/office/powerpoint/2010/main" val="4150593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1EB52-8374-1A6C-A1DA-AE83F52A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3">
            <a:extLst>
              <a:ext uri="{FF2B5EF4-FFF2-40B4-BE49-F238E27FC236}">
                <a16:creationId xmlns:a16="http://schemas.microsoft.com/office/drawing/2014/main" id="{65D88DCA-F303-7310-069B-95906E20CD35}"/>
              </a:ext>
            </a:extLst>
          </p:cNvPr>
          <p:cNvSpPr/>
          <p:nvPr/>
        </p:nvSpPr>
        <p:spPr>
          <a:xfrm>
            <a:off x="1967023" y="337432"/>
            <a:ext cx="8272130" cy="6330653"/>
          </a:xfrm>
          <a:prstGeom prst="frame">
            <a:avLst>
              <a:gd name="adj1" fmla="val 74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954EF0-4AB3-B4F4-7B41-63048D7712C8}"/>
              </a:ext>
            </a:extLst>
          </p:cNvPr>
          <p:cNvSpPr txBox="1"/>
          <p:nvPr/>
        </p:nvSpPr>
        <p:spPr>
          <a:xfrm>
            <a:off x="2663240" y="1378720"/>
            <a:ext cx="687969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Permutation tests of board vs. ground with RQA stats</a:t>
            </a:r>
          </a:p>
        </p:txBody>
      </p:sp>
    </p:spTree>
    <p:extLst>
      <p:ext uri="{BB962C8B-B14F-4D97-AF65-F5344CB8AC3E}">
        <p14:creationId xmlns:p14="http://schemas.microsoft.com/office/powerpoint/2010/main" val="4216768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189</Words>
  <Application>Microsoft Macintosh PowerPoint</Application>
  <PresentationFormat>Widescreen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Hogenhuis, A.L.M.P. (Ann)</dc:creator>
  <cp:lastModifiedBy>Hogenhuis, A.L.M.P. (Ann)</cp:lastModifiedBy>
  <cp:revision>1</cp:revision>
  <dcterms:created xsi:type="dcterms:W3CDTF">2026-07-14T14:22:45Z</dcterms:created>
  <dcterms:modified xsi:type="dcterms:W3CDTF">2026-07-14T14:51:24Z</dcterms:modified>
</cp:coreProperties>
</file>